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362B"/>
    <a:srgbClr val="3F3F3F"/>
    <a:srgbClr val="745443"/>
    <a:srgbClr val="303030"/>
    <a:srgbClr val="343434"/>
    <a:srgbClr val="1E2E0C"/>
    <a:srgbClr val="26390F"/>
    <a:srgbClr val="0D0A30"/>
    <a:srgbClr val="2E2E2E"/>
    <a:srgbClr val="2828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12"/>
    <p:restoredTop sz="94672"/>
  </p:normalViewPr>
  <p:slideViewPr>
    <p:cSldViewPr snapToGrid="0" showGuides="1">
      <p:cViewPr varScale="1">
        <p:scale>
          <a:sx n="149" d="100"/>
          <a:sy n="149" d="100"/>
        </p:scale>
        <p:origin x="2128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/>
          <a:lstStyle>
            <a:lvl1pPr>
              <a:defRPr b="1" i="0">
                <a:ln w="9525">
                  <a:solidFill>
                    <a:srgbClr val="745443"/>
                  </a:solidFill>
                </a:ln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5400" b="1" i="0" spc="-100" baseline="0">
                <a:ln w="3175">
                  <a:solidFill>
                    <a:srgbClr val="4A362B"/>
                  </a:solidFill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5371149F-D490-974C-B47E-1D7C367E4E3B}" vid="{5CDC048C-47BD-1E4D-B8F2-B0ECAFB3A60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Apple SD Gothic Neo ExtraBold</vt:lpstr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2025-08-29T05:00:45Z</dcterms:created>
  <dcterms:modified xsi:type="dcterms:W3CDTF">2025-08-29T05:07:24Z</dcterms:modified>
</cp:coreProperties>
</file>