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30"/>
    <p:restoredTop sz="94658"/>
  </p:normalViewPr>
  <p:slideViewPr>
    <p:cSldViewPr snapToGrid="0" showGuides="1">
      <p:cViewPr varScale="1">
        <p:scale>
          <a:sx n="106" d="100"/>
          <a:sy n="106" d="100"/>
        </p:scale>
        <p:origin x="1720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08AE8AC-661F-7925-E6A7-CA136AC9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365126"/>
            <a:ext cx="9312648" cy="887942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429D1805-4F26-1E10-8AAC-EB365A7B40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2" y="1600270"/>
            <a:ext cx="10922787" cy="4969495"/>
          </a:xfrm>
        </p:spPr>
        <p:txBody>
          <a:bodyPr/>
          <a:lstStyle/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ble_verse_template" id="{478AE95C-3382-6E46-9CFE-01BF50104EFD}" vid="{F9BC783E-331F-9C4D-B4BF-500CCCE9C47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2025-08-25T10:40:19Z</dcterms:created>
  <dcterms:modified xsi:type="dcterms:W3CDTF">2025-08-25T10:43:05Z</dcterms:modified>
</cp:coreProperties>
</file>