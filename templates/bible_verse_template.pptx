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40"/>
    <p:restoredTop sz="94672"/>
  </p:normalViewPr>
  <p:slideViewPr>
    <p:cSldViewPr snapToGrid="0" showGuides="1">
      <p:cViewPr varScale="1">
        <p:scale>
          <a:sx n="149" d="100"/>
          <a:sy n="149" d="100"/>
        </p:scale>
        <p:origin x="1856" y="4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15" id="{FE4B785E-F2AC-F346-8EB9-5AACFE8A234E}" vid="{4FFDBC8D-87A2-AD47-8271-B9351D341D2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BareunDotumOTF 3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2025-08-25T10:59:25Z</dcterms:created>
  <dcterms:modified xsi:type="dcterms:W3CDTF">2025-08-25T11:03:16Z</dcterms:modified>
</cp:coreProperties>
</file>