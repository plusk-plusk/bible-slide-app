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92511"/>
    <a:srgbClr val="411B10"/>
    <a:srgbClr val="4A362B"/>
    <a:srgbClr val="3F3F3F"/>
    <a:srgbClr val="745443"/>
    <a:srgbClr val="303030"/>
    <a:srgbClr val="343434"/>
    <a:srgbClr val="1E2E0C"/>
    <a:srgbClr val="26390F"/>
    <a:srgbClr val="0D0A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04"/>
    <p:restoredTop sz="94635"/>
  </p:normalViewPr>
  <p:slideViewPr>
    <p:cSldViewPr snapToGrid="0" showGuides="1">
      <p:cViewPr varScale="1">
        <p:scale>
          <a:sx n="137" d="100"/>
          <a:sy n="137" d="100"/>
        </p:scale>
        <p:origin x="896" y="48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bg>
      <p:bgPr>
        <a:blipFill dpi="0" rotWithShape="1">
          <a:blip r:embed="rId2">
            <a:alphaModFix amt="90000"/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1AC0FA8D-B6F6-1837-70AF-CD45EFCD7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806" y="590145"/>
            <a:ext cx="10515600" cy="887942"/>
          </a:xfrm>
        </p:spPr>
        <p:txBody>
          <a:bodyPr>
            <a:normAutofit/>
          </a:bodyPr>
          <a:lstStyle>
            <a:lvl1pPr>
              <a:defRPr sz="4000" b="1" i="0" spc="-70" baseline="0">
                <a:ln w="9525">
                  <a:noFill/>
                </a:ln>
                <a:solidFill>
                  <a:srgbClr val="49251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040466E-56E0-DF10-C52A-5CABA34E9C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0806" y="1707888"/>
            <a:ext cx="10870388" cy="5025421"/>
          </a:xfrm>
          <a:ln>
            <a:noFill/>
          </a:ln>
        </p:spPr>
        <p:txBody>
          <a:bodyPr>
            <a:normAutofit/>
          </a:bodyPr>
          <a:lstStyle>
            <a:lvl1pPr marL="0" indent="0" algn="just">
              <a:lnSpc>
                <a:spcPct val="110000"/>
              </a:lnSpc>
              <a:buNone/>
              <a:defRPr sz="5500" b="1" i="0" spc="-70" baseline="0">
                <a:ln w="3175">
                  <a:noFill/>
                </a:ln>
                <a:solidFill>
                  <a:srgbClr val="49251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pPr lvl="0"/>
            <a:r>
              <a:rPr kumimoji="1" lang="ko-KR" altLang="en-US" dirty="0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781688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1AC0FA8D-B6F6-1837-70AF-CD45EFCD7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806" y="416333"/>
            <a:ext cx="10515600" cy="887942"/>
          </a:xfrm>
        </p:spPr>
        <p:txBody>
          <a:bodyPr>
            <a:normAutofit/>
          </a:bodyPr>
          <a:lstStyle>
            <a:lvl1pPr>
              <a:defRPr sz="4330" b="1" i="0">
                <a:ln w="9525">
                  <a:noFill/>
                </a:ln>
                <a:solidFill>
                  <a:srgbClr val="492511"/>
                </a:solidFill>
                <a:effectLst/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040466E-56E0-DF10-C52A-5CABA34E9C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0806" y="1522135"/>
            <a:ext cx="10870388" cy="5141912"/>
          </a:xfrm>
          <a:ln>
            <a:noFill/>
          </a:ln>
        </p:spPr>
        <p:txBody>
          <a:bodyPr>
            <a:normAutofit/>
          </a:bodyPr>
          <a:lstStyle>
            <a:lvl1pPr marL="0" indent="0" algn="ctr">
              <a:lnSpc>
                <a:spcPct val="120000"/>
              </a:lnSpc>
              <a:buNone/>
              <a:defRPr sz="6130" b="1" i="0" spc="-100" baseline="0">
                <a:ln w="3175">
                  <a:noFill/>
                </a:ln>
                <a:solidFill>
                  <a:srgbClr val="492511"/>
                </a:solidFill>
                <a:effectLst/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5538090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bg>
      <p:bgPr>
        <a:blipFill dpi="0" rotWithShape="1">
          <a:blip r:embed="rId2">
            <a:lum/>
          </a:blip>
          <a:srcRect/>
          <a:stretch>
            <a:fillRect t="-10000" b="-10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1AC0FA8D-B6F6-1837-70AF-CD45EFCD7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422" y="430963"/>
            <a:ext cx="10515600" cy="887942"/>
          </a:xfrm>
        </p:spPr>
        <p:txBody>
          <a:bodyPr/>
          <a:lstStyle>
            <a:lvl1pPr>
              <a:defRPr b="1" i="0">
                <a:ln>
                  <a:solidFill>
                    <a:srgbClr val="303030"/>
                  </a:solidFill>
                </a:ln>
                <a:solidFill>
                  <a:srgbClr val="3F3F3F"/>
                </a:solidFill>
                <a:latin typeface="Apple SD Gothic Neo ExtraBold" panose="02000300000000000000" pitchFamily="2" charset="-127"/>
                <a:ea typeface="Apple SD Gothic Neo ExtraBold" panose="02000300000000000000" pitchFamily="2" charset="-127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040466E-56E0-DF10-C52A-5CABA34E9C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6423" y="1514819"/>
            <a:ext cx="10870388" cy="5141912"/>
          </a:xfrm>
        </p:spPr>
        <p:txBody>
          <a:bodyPr/>
          <a:lstStyle>
            <a:lvl1pPr marL="0" indent="0">
              <a:buNone/>
              <a:defRPr b="1" i="0">
                <a:ln>
                  <a:solidFill>
                    <a:srgbClr val="0D0A30"/>
                  </a:solidFill>
                </a:ln>
                <a:solidFill>
                  <a:srgbClr val="282806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Apple SD Gothic Neo ExtraBold" panose="02000300000000000000" pitchFamily="2" charset="-127"/>
                <a:ea typeface="Apple SD Gothic Neo ExtraBold" panose="02000300000000000000" pitchFamily="2" charset="-127"/>
              </a:defRPr>
            </a:lvl1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8079089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5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FB0345B-DA07-6335-8270-79005D786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879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ko-KR" dirty="0"/>
              <a:t>Title</a:t>
            </a:r>
            <a:endParaRPr kumimoji="1"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2B3423C-5497-F5A1-5E67-9F5E785835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571624"/>
            <a:ext cx="10515600" cy="4921249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ko-KR" dirty="0"/>
              <a:t>Verse</a:t>
            </a:r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689435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49" r:id="rId2"/>
    <p:sldLayoutId id="2147483650" r:id="rId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000" b="1" i="0" kern="1200"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latin typeface="BareunDotumOTF 3" panose="02110600000000000000" pitchFamily="2" charset="-127"/>
          <a:ea typeface="BareunDotumOTF 3" panose="02110600000000000000" pitchFamily="2" charset="-127"/>
          <a:cs typeface="+mj-cs"/>
        </a:defRPr>
      </a:lvl1pPr>
    </p:titleStyle>
    <p:bodyStyle>
      <a:lvl1pPr marL="228600" indent="-228600" algn="just" defTabSz="914400" rtl="0" eaLnBrk="1" latinLnBrk="1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5500" b="1" i="0" kern="1200"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latin typeface="BareunDotumOTF 3" panose="02110600000000000000" pitchFamily="2" charset="-127"/>
          <a:ea typeface="BareunDotumOTF 3" panose="021106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457616-5094-872B-CCA0-16E813C605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6422" y="602984"/>
            <a:ext cx="9144000" cy="721067"/>
          </a:xfrm>
        </p:spPr>
        <p:txBody>
          <a:bodyPr/>
          <a:lstStyle/>
          <a:p>
            <a:endParaRPr kumimoji="1"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F25D878-FC95-B7D5-FDEE-456987010A63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636422" y="1626932"/>
            <a:ext cx="10958170" cy="4986009"/>
          </a:xfrm>
        </p:spPr>
        <p:txBody>
          <a:bodyPr/>
          <a:lstStyle/>
          <a:p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882361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프레젠테이션1" id="{F793B184-5AAF-2041-A775-9A822337CB4F}" vid="{4220F1B2-8340-D942-A4E7-75F397655E7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Words>0</Words>
  <Application>Microsoft Macintosh PowerPoint</Application>
  <PresentationFormat>와이드스크린</PresentationFormat>
  <Paragraphs>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Apple SD Gothic Neo ExtraBold</vt:lpstr>
      <vt:lpstr>BareunDotumOTF 3</vt:lpstr>
      <vt:lpstr>Gmarket Sans TTF Bold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jungbu mc</dc:creator>
  <cp:lastModifiedBy>jungbu mc</cp:lastModifiedBy>
  <cp:revision>1</cp:revision>
  <dcterms:created xsi:type="dcterms:W3CDTF">2025-09-10T03:26:41Z</dcterms:created>
  <dcterms:modified xsi:type="dcterms:W3CDTF">2025-09-10T03:28:49Z</dcterms:modified>
</cp:coreProperties>
</file>