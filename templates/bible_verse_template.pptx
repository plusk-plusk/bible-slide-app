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511"/>
    <a:srgbClr val="411B10"/>
    <a:srgbClr val="4A362B"/>
    <a:srgbClr val="3F3F3F"/>
    <a:srgbClr val="745443"/>
    <a:srgbClr val="303030"/>
    <a:srgbClr val="343434"/>
    <a:srgbClr val="1E2E0C"/>
    <a:srgbClr val="26390F"/>
    <a:srgbClr val="0D0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04"/>
    <p:restoredTop sz="94635"/>
  </p:normalViewPr>
  <p:slideViewPr>
    <p:cSldViewPr snapToGrid="0" showGuides="1">
      <p:cViewPr varScale="1">
        <p:scale>
          <a:sx n="137" d="100"/>
          <a:sy n="137" d="100"/>
        </p:scale>
        <p:origin x="89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blipFill dpi="0" rotWithShape="1">
          <a:blip r:embed="rId2">
            <a:alphaModFix amt="8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2" id="{2CB259C7-516B-0343-A90C-67D8CE11BE2A}" vid="{19B358CB-35AC-1A4C-97A1-DA5D10305A8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2025-09-10T03:36:49Z</dcterms:created>
  <dcterms:modified xsi:type="dcterms:W3CDTF">2025-09-10T03:38:47Z</dcterms:modified>
</cp:coreProperties>
</file>