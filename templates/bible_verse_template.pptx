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604C"/>
    <a:srgbClr val="4A362B"/>
    <a:srgbClr val="1B0932"/>
    <a:srgbClr val="210D43"/>
    <a:srgbClr val="EFFFDB"/>
    <a:srgbClr val="745443"/>
    <a:srgbClr val="F3F1D0"/>
    <a:srgbClr val="492511"/>
    <a:srgbClr val="411B10"/>
    <a:srgbClr val="3F3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86"/>
    <p:restoredTop sz="94678"/>
  </p:normalViewPr>
  <p:slideViewPr>
    <p:cSldViewPr snapToGrid="0" showGuides="1">
      <p:cViewPr varScale="1">
        <p:scale>
          <a:sx n="136" d="100"/>
          <a:sy n="136" d="100"/>
        </p:scale>
        <p:origin x="2152" y="5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제목 슬라이드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9906" y="440208"/>
            <a:ext cx="6000584" cy="689710"/>
          </a:xfrm>
        </p:spPr>
        <p:txBody>
          <a:bodyPr>
            <a:normAutofit/>
          </a:bodyPr>
          <a:lstStyle>
            <a:lvl1pPr algn="ctr">
              <a:defRPr sz="44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198829"/>
            <a:ext cx="11211339" cy="5218963"/>
          </a:xfrm>
          <a:solidFill>
            <a:schemeClr val="bg1">
              <a:alpha val="60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200" b="1" i="0" spc="-50" baseline="0">
                <a:ln w="3175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  <a:endParaRPr kumimoji="1"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2837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47" y="518160"/>
            <a:ext cx="10249654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5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5052506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000" b="1" i="0" spc="-70" baseline="0">
                <a:ln w="3175">
                  <a:noFill/>
                </a:ln>
                <a:solidFill>
                  <a:srgbClr val="210D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810370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제목 슬라이드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58443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A362B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198829"/>
            <a:ext cx="11211339" cy="5218963"/>
          </a:xfrm>
          <a:solidFill>
            <a:schemeClr val="bg1">
              <a:alpha val="65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422284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3620AFD-E104-F686-34E4-26B0E5934E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9269"/>
            <a:ext cx="12192001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86" y="412422"/>
            <a:ext cx="11096225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3">
                    <a:lumMod val="50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4884814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599483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구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5C6117-2433-C327-E029-1E01E15F16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122451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224" y="1916263"/>
            <a:ext cx="11211339" cy="4501529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75711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꽃, 자수, 패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21B597-E4AF-6AF7-2049-1DE62026E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287253" cy="6858000"/>
          </a:xfrm>
          <a:prstGeom prst="rect">
            <a:avLst/>
          </a:prstGeom>
        </p:spPr>
      </p:pic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41DDC35-21FD-70E1-A319-00C17E9056AE}"/>
              </a:ext>
            </a:extLst>
          </p:cNvPr>
          <p:cNvSpPr>
            <a:spLocks/>
          </p:cNvSpPr>
          <p:nvPr userDrawn="1"/>
        </p:nvSpPr>
        <p:spPr>
          <a:xfrm>
            <a:off x="199281" y="440208"/>
            <a:ext cx="11761816" cy="6165578"/>
          </a:xfrm>
          <a:prstGeom prst="roundRect">
            <a:avLst/>
          </a:prstGeom>
          <a:solidFill>
            <a:srgbClr val="DEDEDE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kumimoji="1" lang="ko-KR" altLang="en-US" sz="1050">
              <a:solidFill>
                <a:srgbClr val="FFFFFF"/>
              </a:solidFill>
              <a:latin typeface="Arial"/>
              <a:ea typeface="맑은 고딕" panose="020B0503020000020004" pitchFamily="34" charset="-127"/>
            </a:endParaRPr>
          </a:p>
        </p:txBody>
      </p:sp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4" y="680606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7454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885071"/>
            <a:ext cx="11057430" cy="453272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1592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89328-C394-C1E5-0607-C8B3A9FC2B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1166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3" r:id="rId2"/>
    <p:sldLayoutId id="2147483664" r:id="rId3"/>
    <p:sldLayoutId id="2147483661" r:id="rId4"/>
    <p:sldLayoutId id="2147483660" r:id="rId5"/>
    <p:sldLayoutId id="2147483659" r:id="rId6"/>
    <p:sldLayoutId id="2147483657" r:id="rId7"/>
    <p:sldLayoutId id="2147483649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F3F4DBA8-68E6-0B46-837A-A0A6430F874F}" vid="{327F3D08-F23D-7B47-AF03-2BD25C184E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2026-04-01T01:56:43Z</dcterms:created>
  <dcterms:modified xsi:type="dcterms:W3CDTF">2026-04-01T02:01:58Z</dcterms:modified>
</cp:coreProperties>
</file>