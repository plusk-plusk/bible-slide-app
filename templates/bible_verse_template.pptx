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30"/>
    <p:restoredTop sz="94658"/>
  </p:normalViewPr>
  <p:slideViewPr>
    <p:cSldViewPr snapToGrid="0" showGuides="1">
      <p:cViewPr varScale="1">
        <p:scale>
          <a:sx n="106" d="100"/>
          <a:sy n="106" d="100"/>
        </p:scale>
        <p:origin x="1720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67624-015B-A11F-EFF6-992359B304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6422" y="602984"/>
            <a:ext cx="9144000" cy="721067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62BDDD8-B0BA-B412-81FC-649E4606F1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6422" y="1626932"/>
            <a:ext cx="10958170" cy="4986009"/>
          </a:xfrm>
        </p:spPr>
        <p:txBody>
          <a:bodyPr>
            <a:normAutofit/>
          </a:bodyPr>
          <a:lstStyle>
            <a:lvl1pPr marL="0" indent="0" algn="just">
              <a:buNone/>
              <a:defRPr sz="55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ko-KR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ible_verse_template" id="{478AE95C-3382-6E46-9CFE-01BF50104EFD}" vid="{F9BC783E-331F-9C4D-B4BF-500CCCE9C47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테마</Template>
  <TotalTime>0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2025-08-25T08:30:40Z</dcterms:created>
  <dcterms:modified xsi:type="dcterms:W3CDTF">2025-08-25T08:30:58Z</dcterms:modified>
</cp:coreProperties>
</file>