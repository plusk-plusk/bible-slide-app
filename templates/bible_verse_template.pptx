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2511"/>
    <a:srgbClr val="411B10"/>
    <a:srgbClr val="4A362B"/>
    <a:srgbClr val="3F3F3F"/>
    <a:srgbClr val="745443"/>
    <a:srgbClr val="303030"/>
    <a:srgbClr val="343434"/>
    <a:srgbClr val="1E2E0C"/>
    <a:srgbClr val="26390F"/>
    <a:srgbClr val="0D0A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86"/>
    <p:restoredTop sz="94635"/>
  </p:normalViewPr>
  <p:slideViewPr>
    <p:cSldViewPr snapToGrid="0" showGuides="1">
      <p:cViewPr varScale="1">
        <p:scale>
          <a:sx n="137" d="100"/>
          <a:sy n="137" d="100"/>
        </p:scale>
        <p:origin x="2096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7816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5" id="{8A5261CA-6D58-BA41-B9FA-0E0D958A3B2C}" vid="{8DF51095-D0B5-C44A-843F-7271E68B6AA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2025-08-30T04:13:01Z</dcterms:created>
  <dcterms:modified xsi:type="dcterms:W3CDTF">2025-08-30T04:16:24Z</dcterms:modified>
</cp:coreProperties>
</file>