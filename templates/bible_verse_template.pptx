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7440"/>
    <p:restoredTop sz="94672"/>
  </p:normalViewPr>
  <p:slideViewPr>
    <p:cSldViewPr snapToGrid="0" showGuides="1">
      <p:cViewPr varScale="1">
        <p:scale>
          <a:sx n="174" d="100"/>
          <a:sy n="174" d="100"/>
        </p:scale>
        <p:origin x="896" y="1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867624-015B-A11F-EFF6-992359B3046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6422" y="602984"/>
            <a:ext cx="9144000" cy="721067"/>
          </a:xfrm>
        </p:spPr>
        <p:txBody>
          <a:bodyPr anchor="t">
            <a:normAutofit/>
          </a:bodyPr>
          <a:lstStyle>
            <a:lvl1pPr algn="l">
              <a:defRPr sz="4000"/>
            </a:lvl1pPr>
          </a:lstStyle>
          <a:p>
            <a:r>
              <a:rPr kumimoji="1" lang="en-US" altLang="ko-KR" dirty="0"/>
              <a:t>Title</a:t>
            </a:r>
            <a:endParaRPr kumimoji="1"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1527D20-C852-3AEE-01D5-29D118B2A2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6421" y="1550898"/>
            <a:ext cx="10914280" cy="3870325"/>
          </a:xfrm>
        </p:spPr>
        <p:txBody>
          <a:bodyPr/>
          <a:lstStyle/>
          <a:p>
            <a:pPr lvl="0"/>
            <a:r>
              <a:rPr kumimoji="1" lang="ko-KR" altLang="en-US" dirty="0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553809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FB0345B-DA07-6335-8270-79005D786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879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ko-KR" dirty="0"/>
              <a:t>Title</a:t>
            </a:r>
            <a:endParaRPr kumimoji="1"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2B3423C-5497-F5A1-5E67-9F5E785835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71624"/>
            <a:ext cx="10515600" cy="4921249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ko-KR" dirty="0"/>
              <a:t>Verse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8943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j-cs"/>
        </a:defRPr>
      </a:lvl1pPr>
    </p:titleStyle>
    <p:bodyStyle>
      <a:lvl1pPr marL="228600" indent="-228600" algn="just" defTabSz="914400" rtl="0" eaLnBrk="1" latinLnBrk="1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55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57616-5094-872B-CCA0-16E813C605E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F25D878-FC95-B7D5-FDEE-456987010A63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36422" y="1626932"/>
            <a:ext cx="10958170" cy="4986009"/>
          </a:xfrm>
        </p:spPr>
        <p:txBody>
          <a:bodyPr/>
          <a:lstStyle/>
          <a:p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8236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bible_verse_template" id="{478AE95C-3382-6E46-9CFE-01BF50104EFD}" vid="{F9BC783E-331F-9C4D-B4BF-500CCCE9C47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테마</Template>
  <TotalTime>2</TotalTime>
  <Words>0</Words>
  <Application>Microsoft Macintosh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BareunDotumOTF 3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jungbu mc</dc:creator>
  <cp:lastModifiedBy>jungbu mc</cp:lastModifiedBy>
  <cp:revision>1</cp:revision>
  <dcterms:created xsi:type="dcterms:W3CDTF">2025-08-25T09:29:29Z</dcterms:created>
  <dcterms:modified xsi:type="dcterms:W3CDTF">2025-08-25T09:31:41Z</dcterms:modified>
</cp:coreProperties>
</file>