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604C"/>
    <a:srgbClr val="4A362B"/>
    <a:srgbClr val="1B0932"/>
    <a:srgbClr val="210D43"/>
    <a:srgbClr val="EFFFDB"/>
    <a:srgbClr val="745443"/>
    <a:srgbClr val="F3F1D0"/>
    <a:srgbClr val="492511"/>
    <a:srgbClr val="411B10"/>
    <a:srgbClr val="3F3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658"/>
  </p:normalViewPr>
  <p:slideViewPr>
    <p:cSldViewPr snapToGrid="0" showGuides="1">
      <p:cViewPr varScale="1">
        <p:scale>
          <a:sx n="106" d="100"/>
          <a:sy n="106" d="100"/>
        </p:scale>
        <p:origin x="1992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707" y="440208"/>
            <a:ext cx="6000584" cy="689710"/>
          </a:xfrm>
        </p:spPr>
        <p:txBody>
          <a:bodyPr>
            <a:normAutofit/>
          </a:bodyPr>
          <a:lstStyle>
            <a:lvl1pPr algn="ctr">
              <a:defRPr sz="44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200" b="1" i="0" spc="-50" baseline="0">
                <a:ln w="3175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2837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47" y="518160"/>
            <a:ext cx="10249654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5052506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000" b="1" i="0" spc="-70" baseline="0">
                <a:ln w="3175">
                  <a:noFill/>
                </a:ln>
                <a:solidFill>
                  <a:srgbClr val="210D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810370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58443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A362B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5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422284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20AFD-E104-F686-34E4-26B0E5934E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9269"/>
            <a:ext cx="12192001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86" y="412422"/>
            <a:ext cx="11096225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4884814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599483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구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5C6117-2433-C327-E029-1E01E15F16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122451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224" y="1916263"/>
            <a:ext cx="11211339" cy="4501529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75711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159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 algn="ctr"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3" r:id="rId2"/>
    <p:sldLayoutId id="2147483664" r:id="rId3"/>
    <p:sldLayoutId id="2147483661" r:id="rId4"/>
    <p:sldLayoutId id="2147483660" r:id="rId5"/>
    <p:sldLayoutId id="2147483659" r:id="rId6"/>
    <p:sldLayoutId id="2147483657" r:id="rId7"/>
    <p:sldLayoutId id="2147483649" r:id="rId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pPr algn="ctr"/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F3F4DBA8-68E6-0B46-837A-A0A6430F874F}" vid="{327F3D08-F23D-7B47-AF03-2BD25C184E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2</cp:revision>
  <dcterms:created xsi:type="dcterms:W3CDTF">2026-04-01T01:56:43Z</dcterms:created>
  <dcterms:modified xsi:type="dcterms:W3CDTF">2026-04-01T02:44:30Z</dcterms:modified>
</cp:coreProperties>
</file>