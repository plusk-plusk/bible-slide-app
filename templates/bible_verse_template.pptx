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511"/>
    <a:srgbClr val="411B10"/>
    <a:srgbClr val="4A362B"/>
    <a:srgbClr val="3F3F3F"/>
    <a:srgbClr val="745443"/>
    <a:srgbClr val="303030"/>
    <a:srgbClr val="343434"/>
    <a:srgbClr val="1E2E0C"/>
    <a:srgbClr val="26390F"/>
    <a:srgbClr val="0D0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80"/>
    <p:restoredTop sz="94632"/>
  </p:normalViewPr>
  <p:slideViewPr>
    <p:cSldViewPr snapToGrid="0" showGuides="1">
      <p:cViewPr varScale="1">
        <p:scale>
          <a:sx n="145" d="100"/>
          <a:sy n="145" d="100"/>
        </p:scale>
        <p:origin x="1296" y="4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  <a:endParaRPr kumimoji="1" lang="en-US" altLang="ko-KR" dirty="0"/>
          </a:p>
          <a:p>
            <a:pPr lvl="0"/>
            <a:endParaRPr kumimoji="1" lang="en-US" altLang="ko-KR" dirty="0"/>
          </a:p>
          <a:p>
            <a:pPr lvl="0"/>
            <a:endParaRPr kumimoji="1" lang="en-US" altLang="ko-KR" dirty="0"/>
          </a:p>
          <a:p>
            <a:pPr lvl="0"/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E0FD73EF-A210-1645-9008-E97CB91E261E}" vid="{9862121F-516E-1143-9B09-D58EE676BC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2025-09-07T13:43:04Z</dcterms:created>
  <dcterms:modified xsi:type="dcterms:W3CDTF">2025-09-07T13:47:46Z</dcterms:modified>
</cp:coreProperties>
</file>