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1B10"/>
    <a:srgbClr val="4A362B"/>
    <a:srgbClr val="3F3F3F"/>
    <a:srgbClr val="745443"/>
    <a:srgbClr val="303030"/>
    <a:srgbClr val="343434"/>
    <a:srgbClr val="1E2E0C"/>
    <a:srgbClr val="26390F"/>
    <a:srgbClr val="0D0A3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658"/>
  </p:normalViewPr>
  <p:slideViewPr>
    <p:cSldViewPr snapToGrid="0" showGuides="1">
      <p:cViewPr varScale="1">
        <p:scale>
          <a:sx n="120" d="100"/>
          <a:sy n="120" d="100"/>
        </p:scale>
        <p:origin x="145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11B1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11B1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7816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11B10"/>
                </a:solidFill>
                <a:effectLst/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11B10"/>
                </a:solidFill>
                <a:effectLst/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6B2D687D-872A-3243-8CC6-6BBCA1AAA251}" vid="{D3C438E3-D864-524E-95D2-FF95B3DE0D1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0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2025-08-30T03:16:55Z</dcterms:created>
  <dcterms:modified xsi:type="dcterms:W3CDTF">2025-08-30T03:17:23Z</dcterms:modified>
</cp:coreProperties>
</file>