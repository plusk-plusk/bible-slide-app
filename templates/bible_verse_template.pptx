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3030"/>
    <a:srgbClr val="343434"/>
    <a:srgbClr val="1E2E0C"/>
    <a:srgbClr val="26390F"/>
    <a:srgbClr val="0D0A30"/>
    <a:srgbClr val="2E2E2E"/>
    <a:srgbClr val="282806"/>
    <a:srgbClr val="7454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8"/>
    <p:restoredTop sz="94672"/>
  </p:normalViewPr>
  <p:slideViewPr>
    <p:cSldViewPr snapToGrid="0" showGuides="1">
      <p:cViewPr varScale="1">
        <p:scale>
          <a:sx n="149" d="100"/>
          <a:sy n="149" d="100"/>
        </p:scale>
        <p:origin x="856" y="4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>
                <a:ln>
                  <a:solidFill>
                    <a:srgbClr val="1E2E0C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  <a:endParaRPr kumimoji="1"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>
                <a:ln>
                  <a:solidFill>
                    <a:srgbClr val="303030"/>
                  </a:solidFill>
                </a:ln>
                <a:solidFill>
                  <a:srgbClr val="343434"/>
                </a:solidFill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90D2DF17-08CC-F344-AEA3-97EB2D8EE660}" vid="{669B3017-6731-6541-B16C-5C710E82518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BareunDotumOTF 3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2025-08-26T04:49:35Z</dcterms:created>
  <dcterms:modified xsi:type="dcterms:W3CDTF">2025-08-26T04:59:25Z</dcterms:modified>
</cp:coreProperties>
</file>