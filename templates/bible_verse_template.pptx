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45443"/>
    <a:srgbClr val="F3F1D0"/>
    <a:srgbClr val="492511"/>
    <a:srgbClr val="411B10"/>
    <a:srgbClr val="4A362B"/>
    <a:srgbClr val="3F3F3F"/>
    <a:srgbClr val="303030"/>
    <a:srgbClr val="343434"/>
    <a:srgbClr val="1E2E0C"/>
    <a:srgbClr val="2639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017"/>
    <p:restoredTop sz="94661"/>
  </p:normalViewPr>
  <p:slideViewPr>
    <p:cSldViewPr snapToGrid="0" showGuides="1">
      <p:cViewPr varScale="1">
        <p:scale>
          <a:sx n="149" d="100"/>
          <a:sy n="149" d="100"/>
        </p:scale>
        <p:origin x="2056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꽃, 자수, 패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1B597-E4AF-6AF7-2049-1DE62026E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287253" cy="6858000"/>
          </a:xfrm>
          <a:prstGeom prst="rect">
            <a:avLst/>
          </a:prstGeom>
        </p:spPr>
      </p:pic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41DDC35-21FD-70E1-A319-00C17E9056AE}"/>
              </a:ext>
            </a:extLst>
          </p:cNvPr>
          <p:cNvSpPr>
            <a:spLocks/>
          </p:cNvSpPr>
          <p:nvPr userDrawn="1"/>
        </p:nvSpPr>
        <p:spPr>
          <a:xfrm>
            <a:off x="199281" y="440208"/>
            <a:ext cx="11761816" cy="6165578"/>
          </a:xfrm>
          <a:prstGeom prst="roundRect">
            <a:avLst/>
          </a:prstGeom>
          <a:solidFill>
            <a:srgbClr val="DEDEDE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kumimoji="1" lang="ko-KR" altLang="en-US" sz="1050">
              <a:solidFill>
                <a:srgbClr val="FFFFFF"/>
              </a:solidFill>
              <a:latin typeface="Arial"/>
              <a:ea typeface="맑은 고딕" panose="020B0503020000020004" pitchFamily="34" charset="-127"/>
            </a:endParaRPr>
          </a:p>
        </p:txBody>
      </p:sp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4" y="680606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7454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885071"/>
            <a:ext cx="11057430" cy="453272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23096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blipFill dpi="0" rotWithShape="1">
          <a:blip r:embed="rId2">
            <a:alphaModFix amt="80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59014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707888"/>
            <a:ext cx="10870388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22779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7" r:id="rId2"/>
    <p:sldLayoutId id="2147483656" r:id="rId3"/>
    <p:sldLayoutId id="2147483649" r:id="rId4"/>
    <p:sldLayoutId id="214748365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C6ACA088-FA40-3147-B4C9-271F155CD227}" vid="{71ED6B54-0179-774B-9A0C-1A3ACDAE43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Arial</vt:lpstr>
      <vt:lpstr>Gmarket Sans TTF Bold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2025-12-25T00:15:19Z</dcterms:created>
  <dcterms:modified xsi:type="dcterms:W3CDTF">2025-12-25T00:22:07Z</dcterms:modified>
</cp:coreProperties>
</file>