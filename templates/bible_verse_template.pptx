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3F3F"/>
    <a:srgbClr val="745443"/>
    <a:srgbClr val="4A362B"/>
    <a:srgbClr val="303030"/>
    <a:srgbClr val="343434"/>
    <a:srgbClr val="1E2E0C"/>
    <a:srgbClr val="26390F"/>
    <a:srgbClr val="0D0A30"/>
    <a:srgbClr val="2E2E2E"/>
    <a:srgbClr val="2828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2"/>
    <p:restoredTop sz="94672"/>
  </p:normalViewPr>
  <p:slideViewPr>
    <p:cSldViewPr snapToGrid="0" showGuides="1">
      <p:cViewPr varScale="1">
        <p:scale>
          <a:sx n="149" d="100"/>
          <a:sy n="149" d="100"/>
        </p:scale>
        <p:origin x="2128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 w="9525">
                  <a:solidFill>
                    <a:srgbClr val="745443"/>
                  </a:solidFill>
                </a:ln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 w="12700">
                  <a:solidFill>
                    <a:srgbClr val="4A362B"/>
                  </a:solidFill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3" id="{419E86E5-B1FD-764D-8727-8D7A13BC0CE1}" vid="{B65118FB-0CDD-3849-A9D0-47399EF4BB4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Apple SD Gothic Neo ExtraBold</vt:lpstr>
      <vt:lpstr>BareunDotumOTF 3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2025-08-26T05:45:44Z</dcterms:created>
  <dcterms:modified xsi:type="dcterms:W3CDTF">2025-08-26T05:48:14Z</dcterms:modified>
</cp:coreProperties>
</file>