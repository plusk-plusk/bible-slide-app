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604C"/>
    <a:srgbClr val="4A362B"/>
    <a:srgbClr val="1B0932"/>
    <a:srgbClr val="210D43"/>
    <a:srgbClr val="EFFFDB"/>
    <a:srgbClr val="745443"/>
    <a:srgbClr val="F3F1D0"/>
    <a:srgbClr val="492511"/>
    <a:srgbClr val="411B10"/>
    <a:srgbClr val="3F3F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58"/>
  </p:normalViewPr>
  <p:slideViewPr>
    <p:cSldViewPr snapToGrid="0" showGuides="1">
      <p:cViewPr varScale="1">
        <p:scale>
          <a:sx n="106" d="100"/>
          <a:sy n="106" d="100"/>
        </p:scale>
        <p:origin x="1992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제목 슬라이드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330" y="350755"/>
            <a:ext cx="6000584" cy="689710"/>
          </a:xfrm>
        </p:spPr>
        <p:txBody>
          <a:bodyPr>
            <a:normAutofit/>
          </a:bodyPr>
          <a:lstStyle>
            <a:lvl1pPr algn="ctr">
              <a:defRPr sz="44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198829"/>
            <a:ext cx="11211339" cy="5218963"/>
          </a:xfrm>
          <a:solidFill>
            <a:schemeClr val="bg1">
              <a:alpha val="60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200" b="1" i="0" spc="-50" baseline="0">
                <a:ln w="3175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4028374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847" y="518160"/>
            <a:ext cx="10249654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5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5052506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00000"/>
              </a:lnSpc>
              <a:buNone/>
              <a:defRPr sz="5000" b="1" i="0" spc="-70" baseline="0">
                <a:ln w="3175">
                  <a:noFill/>
                </a:ln>
                <a:solidFill>
                  <a:srgbClr val="210D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810370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제목 슬라이드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58443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A362B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198829"/>
            <a:ext cx="11211339" cy="5218963"/>
          </a:xfrm>
          <a:solidFill>
            <a:schemeClr val="bg1">
              <a:alpha val="65000"/>
            </a:schemeClr>
          </a:solidFill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422284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슬라이드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3620AFD-E104-F686-34E4-26B0E5934E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19269"/>
            <a:ext cx="12192001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7886" y="412422"/>
            <a:ext cx="11096225" cy="614391"/>
          </a:xfrm>
        </p:spPr>
        <p:txBody>
          <a:bodyPr anchor="b">
            <a:normAutofit/>
          </a:bodyPr>
          <a:lstStyle>
            <a:lvl1pPr>
              <a:defRPr sz="3600" b="1" i="0" spc="-70" baseline="0">
                <a:ln w="9525">
                  <a:noFill/>
                </a:ln>
                <a:solidFill>
                  <a:schemeClr val="accent3">
                    <a:lumMod val="50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90330" y="1287334"/>
            <a:ext cx="11211339" cy="4884814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5994831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구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5C6117-2433-C327-E029-1E01E15F16D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224" y="1224518"/>
            <a:ext cx="10515600" cy="614391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85604C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3224" y="1916263"/>
            <a:ext cx="11211339" cy="4501529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0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757110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꽃, 자수, 패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21B597-E4AF-6AF7-2049-1DE62026E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287253" cy="6858000"/>
          </a:xfrm>
          <a:prstGeom prst="rect">
            <a:avLst/>
          </a:prstGeom>
        </p:spPr>
      </p:pic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41DDC35-21FD-70E1-A319-00C17E9056AE}"/>
              </a:ext>
            </a:extLst>
          </p:cNvPr>
          <p:cNvSpPr>
            <a:spLocks/>
          </p:cNvSpPr>
          <p:nvPr userDrawn="1"/>
        </p:nvSpPr>
        <p:spPr>
          <a:xfrm>
            <a:off x="199281" y="440208"/>
            <a:ext cx="11761816" cy="6165578"/>
          </a:xfrm>
          <a:prstGeom prst="roundRect">
            <a:avLst/>
          </a:prstGeom>
          <a:solidFill>
            <a:srgbClr val="DEDEDE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kumimoji="1" lang="ko-KR" altLang="en-US" sz="1050">
              <a:solidFill>
                <a:srgbClr val="FFFFFF"/>
              </a:solidFill>
              <a:latin typeface="Arial"/>
              <a:ea typeface="맑은 고딕" panose="020B0503020000020004" pitchFamily="34" charset="-127"/>
            </a:endParaRPr>
          </a:p>
        </p:txBody>
      </p:sp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4" y="680606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745443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885071"/>
            <a:ext cx="11057430" cy="453272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tx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15929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밀랍, 빛, 양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789328-C394-C1E5-0607-C8B3A9FC2B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제목 3">
            <a:extLst>
              <a:ext uri="{FF2B5EF4-FFF2-40B4-BE49-F238E27FC236}">
                <a16:creationId xmlns:a16="http://schemas.microsoft.com/office/drawing/2014/main" id="{6C86ED82-F09A-89CC-E237-A1D66C76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75" y="252215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F3F1D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9" name="텍스트 개체 틀 5">
            <a:extLst>
              <a:ext uri="{FF2B5EF4-FFF2-40B4-BE49-F238E27FC236}">
                <a16:creationId xmlns:a16="http://schemas.microsoft.com/office/drawing/2014/main" id="{1FDBED60-406D-34DC-9DCF-F07A18F365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1474" y="1392372"/>
            <a:ext cx="11057430" cy="5025421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200" b="1" i="0" spc="-70" baseline="0">
                <a:ln w="3175">
                  <a:noFill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811663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8383"/>
            <a:ext cx="10515600" cy="887942"/>
          </a:xfrm>
        </p:spPr>
        <p:txBody>
          <a:bodyPr>
            <a:normAutofit/>
          </a:bodyPr>
          <a:lstStyle>
            <a:lvl1pPr algn="ctr"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TTF Bold" panose="02000000000000000000" pitchFamily="2" charset="-128"/>
                <a:ea typeface="Gmarket Sans TTF Bold" panose="02000000000000000000" pitchFamily="2" charset="-128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3" r:id="rId2"/>
    <p:sldLayoutId id="2147483664" r:id="rId3"/>
    <p:sldLayoutId id="2147483661" r:id="rId4"/>
    <p:sldLayoutId id="2147483660" r:id="rId5"/>
    <p:sldLayoutId id="2147483659" r:id="rId6"/>
    <p:sldLayoutId id="2147483657" r:id="rId7"/>
    <p:sldLayoutId id="2147483649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77413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6" id="{4F7BA608-C3ED-0648-A563-54B3A031B687}" vid="{D08F12DB-3803-8942-9E4C-82B2060328D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BareunDotumOTF 3</vt:lpstr>
      <vt:lpstr>Gmarket Sans TTF Bold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2026-04-01T03:41:58Z</dcterms:created>
  <dcterms:modified xsi:type="dcterms:W3CDTF">2026-04-01T03:43:17Z</dcterms:modified>
</cp:coreProperties>
</file>