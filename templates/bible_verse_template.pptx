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3F3F"/>
    <a:srgbClr val="745443"/>
    <a:srgbClr val="4A362B"/>
    <a:srgbClr val="303030"/>
    <a:srgbClr val="343434"/>
    <a:srgbClr val="1E2E0C"/>
    <a:srgbClr val="26390F"/>
    <a:srgbClr val="0D0A30"/>
    <a:srgbClr val="2E2E2E"/>
    <a:srgbClr val="2828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28"/>
    <p:restoredTop sz="94672"/>
  </p:normalViewPr>
  <p:slideViewPr>
    <p:cSldViewPr snapToGrid="0" showGuides="1">
      <p:cViewPr varScale="1">
        <p:scale>
          <a:sx n="149" d="100"/>
          <a:sy n="149" d="100"/>
        </p:scale>
        <p:origin x="2096" y="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AC0FA8D-B6F6-1837-70AF-CD45EFCD7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22" y="430963"/>
            <a:ext cx="10515600" cy="887942"/>
          </a:xfrm>
        </p:spPr>
        <p:txBody>
          <a:bodyPr/>
          <a:lstStyle>
            <a:lvl1pPr>
              <a:defRPr>
                <a:ln w="9525">
                  <a:solidFill>
                    <a:srgbClr val="745443"/>
                  </a:solidFill>
                </a:ln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040466E-56E0-DF10-C52A-5CABA34E9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423" y="1514819"/>
            <a:ext cx="10870388" cy="5141912"/>
          </a:xfrm>
        </p:spPr>
        <p:txBody>
          <a:bodyPr/>
          <a:lstStyle>
            <a:lvl1pPr marL="0" indent="0">
              <a:buNone/>
              <a:defRPr>
                <a:ln w="12700">
                  <a:solidFill>
                    <a:srgbClr val="4A362B"/>
                  </a:solidFill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areunDotumOTF 2" panose="02110600000000000000" pitchFamily="2" charset="-127"/>
                <a:ea typeface="BareunDotumOTF 2" panose="02110600000000000000" pitchFamily="2" charset="-127"/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553809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AC0FA8D-B6F6-1837-70AF-CD45EFCD7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22" y="430963"/>
            <a:ext cx="10515600" cy="887942"/>
          </a:xfrm>
        </p:spPr>
        <p:txBody>
          <a:bodyPr/>
          <a:lstStyle>
            <a:lvl1pPr>
              <a:defRPr>
                <a:ln>
                  <a:solidFill>
                    <a:srgbClr val="303030"/>
                  </a:solidFill>
                </a:ln>
                <a:solidFill>
                  <a:srgbClr val="3F3F3F"/>
                </a:solidFill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040466E-56E0-DF10-C52A-5CABA34E9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423" y="1514819"/>
            <a:ext cx="10870388" cy="5141912"/>
          </a:xfrm>
        </p:spPr>
        <p:txBody>
          <a:bodyPr/>
          <a:lstStyle>
            <a:lvl1pPr marL="0" indent="0">
              <a:buNone/>
              <a:defRPr>
                <a:ln>
                  <a:solidFill>
                    <a:srgbClr val="0D0A30"/>
                  </a:solidFill>
                </a:ln>
                <a:solidFill>
                  <a:srgbClr val="28280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807908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B0345B-DA07-6335-8270-79005D786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7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R" dirty="0"/>
              <a:t>Title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B3423C-5497-F5A1-5E67-9F5E78583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71624"/>
            <a:ext cx="10515600" cy="492124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Verse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894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latin typeface="BareunDotumOTF 3" panose="02110600000000000000" pitchFamily="2" charset="-127"/>
          <a:ea typeface="BareunDotumOTF 3" panose="02110600000000000000" pitchFamily="2" charset="-127"/>
          <a:cs typeface="+mj-cs"/>
        </a:defRPr>
      </a:lvl1pPr>
    </p:titleStyle>
    <p:bodyStyle>
      <a:lvl1pPr marL="228600" indent="-228600" algn="just" defTabSz="914400" rtl="0" eaLnBrk="1" latinLnBrk="1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5500" b="1" i="0" kern="1200"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latin typeface="BareunDotumOTF 3" panose="02110600000000000000" pitchFamily="2" charset="-127"/>
          <a:ea typeface="BareunDotumOTF 3" panose="0211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57616-5094-872B-CCA0-16E813C60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422" y="602984"/>
            <a:ext cx="9144000" cy="721067"/>
          </a:xfrm>
        </p:spPr>
        <p:txBody>
          <a:bodyPr/>
          <a:lstStyle/>
          <a:p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25D878-FC95-B7D5-FDEE-456987010A6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36422" y="1626932"/>
            <a:ext cx="10958170" cy="4986009"/>
          </a:xfrm>
        </p:spPr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236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프레젠테이션2" id="{28A1B081-48C0-6642-A451-AC9FFD09A504}" vid="{F410A51A-DBD0-D349-8CCE-88D57D85BDB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BareunDotumOTF 2</vt:lpstr>
      <vt:lpstr>BareunDotumOTF 3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jungbu mc</dc:creator>
  <cp:lastModifiedBy>jungbu mc</cp:lastModifiedBy>
  <cp:revision>1</cp:revision>
  <dcterms:created xsi:type="dcterms:W3CDTF">2025-08-26T05:26:14Z</dcterms:created>
  <dcterms:modified xsi:type="dcterms:W3CDTF">2025-08-26T05:33:29Z</dcterms:modified>
</cp:coreProperties>
</file>