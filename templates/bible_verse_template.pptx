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3F3F"/>
    <a:srgbClr val="745443"/>
    <a:srgbClr val="4A362B"/>
    <a:srgbClr val="303030"/>
    <a:srgbClr val="343434"/>
    <a:srgbClr val="1E2E0C"/>
    <a:srgbClr val="26390F"/>
    <a:srgbClr val="0D0A30"/>
    <a:srgbClr val="2E2E2E"/>
    <a:srgbClr val="2828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4112"/>
    <p:restoredTop sz="94672"/>
  </p:normalViewPr>
  <p:slideViewPr>
    <p:cSldViewPr snapToGrid="0" showGuides="1">
      <p:cViewPr varScale="1">
        <p:scale>
          <a:sx n="174" d="100"/>
          <a:sy n="174" d="100"/>
        </p:scale>
        <p:origin x="1168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30" d="100"/>
          <a:sy n="130" d="100"/>
        </p:scale>
        <p:origin x="540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2ECD46-97E3-7343-BE65-3A805C976D75}" type="datetimeFigureOut">
              <a:rPr kumimoji="1" lang="ko-KR" altLang="en-US" smtClean="0"/>
              <a:t>2025. 8. 29.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CC7D5-B2A6-BB43-935A-BC69914C563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05250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  <a:ln>
            <a:noFill/>
          </a:ln>
        </p:spPr>
        <p:txBody>
          <a:bodyPr/>
          <a:lstStyle>
            <a:lvl1pPr marL="0" indent="0">
              <a:buNone/>
              <a:defRPr b="1" i="0">
                <a:ln>
                  <a:noFill/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 w="9525">
                  <a:solidFill>
                    <a:srgbClr val="745443"/>
                  </a:solidFill>
                </a:ln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  <a:ln>
            <a:noFill/>
          </a:ln>
        </p:spPr>
        <p:txBody>
          <a:bodyPr/>
          <a:lstStyle>
            <a:lvl1pPr marL="0" indent="0">
              <a:buNone/>
              <a:defRPr b="1" i="0">
                <a:ln w="12700">
                  <a:solidFill>
                    <a:srgbClr val="4A362B"/>
                  </a:solidFill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8FAD0223-12F8-7C4A-99D7-25F8B7F5534B}" vid="{4A2CEC24-FD30-644E-9D60-6CD19043C108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1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Apple SD Gothic Neo ExtraBold</vt:lpstr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2025-08-29T00:36:49Z</dcterms:created>
  <dcterms:modified xsi:type="dcterms:W3CDTF">2025-08-29T00:38:36Z</dcterms:modified>
</cp:coreProperties>
</file>