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B0932"/>
    <a:srgbClr val="210D43"/>
    <a:srgbClr val="EFFFDB"/>
    <a:srgbClr val="85604C"/>
    <a:srgbClr val="745443"/>
    <a:srgbClr val="F3F1D0"/>
    <a:srgbClr val="492511"/>
    <a:srgbClr val="411B10"/>
    <a:srgbClr val="4A362B"/>
    <a:srgbClr val="3F3F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822"/>
    <p:restoredTop sz="94661"/>
  </p:normalViewPr>
  <p:slideViewPr>
    <p:cSldViewPr snapToGrid="0" showGuides="1">
      <p:cViewPr varScale="1">
        <p:scale>
          <a:sx n="149" d="100"/>
          <a:sy n="149" d="100"/>
        </p:scale>
        <p:origin x="928" y="48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제목 슬라이드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3">
            <a:extLst>
              <a:ext uri="{FF2B5EF4-FFF2-40B4-BE49-F238E27FC236}">
                <a16:creationId xmlns:a16="http://schemas.microsoft.com/office/drawing/2014/main" id="{6C86ED82-F09A-89CC-E237-A1D66C766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847" y="518160"/>
            <a:ext cx="10249654" cy="614391"/>
          </a:xfrm>
        </p:spPr>
        <p:txBody>
          <a:bodyPr anchor="b">
            <a:normAutofit/>
          </a:bodyPr>
          <a:lstStyle>
            <a:lvl1pPr>
              <a:defRPr sz="3600" b="1" i="0" spc="-70" baseline="0">
                <a:ln w="9525">
                  <a:noFill/>
                </a:ln>
                <a:solidFill>
                  <a:schemeClr val="accent5">
                    <a:lumMod val="7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9" name="텍스트 개체 틀 5">
            <a:extLst>
              <a:ext uri="{FF2B5EF4-FFF2-40B4-BE49-F238E27FC236}">
                <a16:creationId xmlns:a16="http://schemas.microsoft.com/office/drawing/2014/main" id="{1FDBED60-406D-34DC-9DCF-F07A18F365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90330" y="1287334"/>
            <a:ext cx="11211339" cy="5052506"/>
          </a:xfrm>
          <a:ln>
            <a:noFill/>
          </a:ln>
        </p:spPr>
        <p:txBody>
          <a:bodyPr>
            <a:normAutofit/>
          </a:bodyPr>
          <a:lstStyle>
            <a:lvl1pPr marL="0" indent="0" algn="just">
              <a:lnSpc>
                <a:spcPct val="100000"/>
              </a:lnSpc>
              <a:buNone/>
              <a:defRPr sz="5000" b="1" i="0" spc="-70" baseline="0">
                <a:ln w="3175">
                  <a:noFill/>
                </a:ln>
                <a:solidFill>
                  <a:srgbClr val="210D43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8103703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제목 슬라이드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B3620AFD-E104-F686-34E4-26B0E5934E1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119269"/>
            <a:ext cx="12192001" cy="6858000"/>
          </a:xfrm>
          <a:prstGeom prst="rect">
            <a:avLst/>
          </a:prstGeom>
        </p:spPr>
      </p:pic>
      <p:sp>
        <p:nvSpPr>
          <p:cNvPr id="8" name="제목 3">
            <a:extLst>
              <a:ext uri="{FF2B5EF4-FFF2-40B4-BE49-F238E27FC236}">
                <a16:creationId xmlns:a16="http://schemas.microsoft.com/office/drawing/2014/main" id="{6C86ED82-F09A-89CC-E237-A1D66C766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7886" y="412422"/>
            <a:ext cx="11096225" cy="614391"/>
          </a:xfrm>
        </p:spPr>
        <p:txBody>
          <a:bodyPr anchor="b">
            <a:normAutofit/>
          </a:bodyPr>
          <a:lstStyle>
            <a:lvl1pPr>
              <a:defRPr sz="3600" b="1" i="0" spc="-70" baseline="0">
                <a:ln w="9525">
                  <a:noFill/>
                </a:ln>
                <a:solidFill>
                  <a:schemeClr val="accent3">
                    <a:lumMod val="50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9" name="텍스트 개체 틀 5">
            <a:extLst>
              <a:ext uri="{FF2B5EF4-FFF2-40B4-BE49-F238E27FC236}">
                <a16:creationId xmlns:a16="http://schemas.microsoft.com/office/drawing/2014/main" id="{1FDBED60-406D-34DC-9DCF-F07A18F365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90330" y="1287334"/>
            <a:ext cx="11211339" cy="4884814"/>
          </a:xfrm>
          <a:ln>
            <a:noFill/>
          </a:ln>
        </p:spPr>
        <p:txBody>
          <a:bodyPr>
            <a:normAutofit/>
          </a:bodyPr>
          <a:lstStyle>
            <a:lvl1pPr marL="0" indent="0" algn="just">
              <a:lnSpc>
                <a:spcPct val="110000"/>
              </a:lnSpc>
              <a:buNone/>
              <a:defRPr sz="5200" b="1" i="0" spc="-70" baseline="0">
                <a:ln w="3175">
                  <a:noFill/>
                </a:ln>
                <a:solidFill>
                  <a:schemeClr val="tx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</p:txBody>
      </p:sp>
    </p:spTree>
    <p:extLst>
      <p:ext uri="{BB962C8B-B14F-4D97-AF65-F5344CB8AC3E}">
        <p14:creationId xmlns:p14="http://schemas.microsoft.com/office/powerpoint/2010/main" val="35994831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스크린샷, 구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D5C6117-2433-C327-E029-1E01E15F16D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제목 3">
            <a:extLst>
              <a:ext uri="{FF2B5EF4-FFF2-40B4-BE49-F238E27FC236}">
                <a16:creationId xmlns:a16="http://schemas.microsoft.com/office/drawing/2014/main" id="{6C86ED82-F09A-89CC-E237-A1D66C766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224" y="1224518"/>
            <a:ext cx="10515600" cy="614391"/>
          </a:xfrm>
        </p:spPr>
        <p:txBody>
          <a:bodyPr>
            <a:normAutofit/>
          </a:bodyPr>
          <a:lstStyle>
            <a:lvl1pPr>
              <a:defRPr sz="4000" b="1" i="0" spc="-70" baseline="0">
                <a:ln w="9525">
                  <a:noFill/>
                </a:ln>
                <a:solidFill>
                  <a:srgbClr val="85604C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9" name="텍스트 개체 틀 5">
            <a:extLst>
              <a:ext uri="{FF2B5EF4-FFF2-40B4-BE49-F238E27FC236}">
                <a16:creationId xmlns:a16="http://schemas.microsoft.com/office/drawing/2014/main" id="{1FDBED60-406D-34DC-9DCF-F07A18F365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3224" y="1916263"/>
            <a:ext cx="11211339" cy="4501529"/>
          </a:xfrm>
          <a:ln>
            <a:noFill/>
          </a:ln>
        </p:spPr>
        <p:txBody>
          <a:bodyPr>
            <a:normAutofit/>
          </a:bodyPr>
          <a:lstStyle>
            <a:lvl1pPr marL="0" indent="0" algn="just">
              <a:lnSpc>
                <a:spcPct val="110000"/>
              </a:lnSpc>
              <a:buNone/>
              <a:defRPr sz="5000" b="1" i="0" spc="-70" baseline="0">
                <a:ln w="3175">
                  <a:noFill/>
                </a:ln>
                <a:solidFill>
                  <a:schemeClr val="tx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7571105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꽃, 자수, 패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421B597-E4AF-6AF7-2049-1DE62026E3F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" y="0"/>
            <a:ext cx="12287253" cy="6858000"/>
          </a:xfrm>
          <a:prstGeom prst="rect">
            <a:avLst/>
          </a:prstGeom>
        </p:spPr>
      </p:pic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641DDC35-21FD-70E1-A319-00C17E9056AE}"/>
              </a:ext>
            </a:extLst>
          </p:cNvPr>
          <p:cNvSpPr>
            <a:spLocks/>
          </p:cNvSpPr>
          <p:nvPr userDrawn="1"/>
        </p:nvSpPr>
        <p:spPr>
          <a:xfrm>
            <a:off x="199281" y="440208"/>
            <a:ext cx="11761816" cy="6165578"/>
          </a:xfrm>
          <a:prstGeom prst="roundRect">
            <a:avLst/>
          </a:prstGeom>
          <a:solidFill>
            <a:srgbClr val="DEDEDE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>
              <a:defRPr/>
            </a:pPr>
            <a:endParaRPr kumimoji="1" lang="ko-KR" altLang="en-US" sz="1050">
              <a:solidFill>
                <a:srgbClr val="FFFFFF"/>
              </a:solidFill>
              <a:latin typeface="Arial"/>
              <a:ea typeface="맑은 고딕" panose="020B0503020000020004" pitchFamily="34" charset="-127"/>
            </a:endParaRPr>
          </a:p>
        </p:txBody>
      </p:sp>
      <p:sp>
        <p:nvSpPr>
          <p:cNvPr id="8" name="제목 3">
            <a:extLst>
              <a:ext uri="{FF2B5EF4-FFF2-40B4-BE49-F238E27FC236}">
                <a16:creationId xmlns:a16="http://schemas.microsoft.com/office/drawing/2014/main" id="{6C86ED82-F09A-89CC-E237-A1D66C766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474" y="680606"/>
            <a:ext cx="10515600" cy="887942"/>
          </a:xfrm>
        </p:spPr>
        <p:txBody>
          <a:bodyPr>
            <a:normAutofit/>
          </a:bodyPr>
          <a:lstStyle>
            <a:lvl1pPr>
              <a:defRPr sz="4000" b="1" i="0" spc="-70" baseline="0">
                <a:ln w="9525">
                  <a:noFill/>
                </a:ln>
                <a:solidFill>
                  <a:srgbClr val="745443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9" name="텍스트 개체 틀 5">
            <a:extLst>
              <a:ext uri="{FF2B5EF4-FFF2-40B4-BE49-F238E27FC236}">
                <a16:creationId xmlns:a16="http://schemas.microsoft.com/office/drawing/2014/main" id="{1FDBED60-406D-34DC-9DCF-F07A18F365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1474" y="1885071"/>
            <a:ext cx="11057430" cy="4532722"/>
          </a:xfrm>
          <a:ln>
            <a:noFill/>
          </a:ln>
        </p:spPr>
        <p:txBody>
          <a:bodyPr>
            <a:normAutofit/>
          </a:bodyPr>
          <a:lstStyle>
            <a:lvl1pPr marL="0" indent="0" algn="just">
              <a:lnSpc>
                <a:spcPct val="110000"/>
              </a:lnSpc>
              <a:buNone/>
              <a:defRPr sz="5200" b="1" i="0" spc="-70" baseline="0">
                <a:ln w="3175">
                  <a:noFill/>
                </a:ln>
                <a:solidFill>
                  <a:schemeClr val="tx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115929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 descr="밀랍, 빛, 양초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A789328-C394-C1E5-0607-C8B3A9FC2B4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제목 3">
            <a:extLst>
              <a:ext uri="{FF2B5EF4-FFF2-40B4-BE49-F238E27FC236}">
                <a16:creationId xmlns:a16="http://schemas.microsoft.com/office/drawing/2014/main" id="{6C86ED82-F09A-89CC-E237-A1D66C766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475" y="252215"/>
            <a:ext cx="10515600" cy="887942"/>
          </a:xfrm>
        </p:spPr>
        <p:txBody>
          <a:bodyPr>
            <a:normAutofit/>
          </a:bodyPr>
          <a:lstStyle>
            <a:lvl1pPr>
              <a:defRPr sz="4000" b="1" i="0" spc="-70" baseline="0">
                <a:ln w="9525">
                  <a:noFill/>
                </a:ln>
                <a:solidFill>
                  <a:srgbClr val="F3F1D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9" name="텍스트 개체 틀 5">
            <a:extLst>
              <a:ext uri="{FF2B5EF4-FFF2-40B4-BE49-F238E27FC236}">
                <a16:creationId xmlns:a16="http://schemas.microsoft.com/office/drawing/2014/main" id="{1FDBED60-406D-34DC-9DCF-F07A18F365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1474" y="1392372"/>
            <a:ext cx="11057430" cy="5025421"/>
          </a:xfrm>
          <a:ln>
            <a:noFill/>
          </a:ln>
        </p:spPr>
        <p:txBody>
          <a:bodyPr>
            <a:normAutofit/>
          </a:bodyPr>
          <a:lstStyle>
            <a:lvl1pPr marL="0" indent="0" algn="just">
              <a:lnSpc>
                <a:spcPct val="110000"/>
              </a:lnSpc>
              <a:buNone/>
              <a:defRPr sz="5200" b="1" i="0" spc="-70" baseline="0">
                <a:ln w="3175">
                  <a:noFill/>
                </a:ln>
                <a:solidFill>
                  <a:schemeClr val="bg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8116631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제목 슬라이드">
    <p:bg>
      <p:bgPr>
        <a:blipFill dpi="0" rotWithShape="1">
          <a:blip r:embed="rId2">
            <a:alphaModFix amt="80000"/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1AC0FA8D-B6F6-1837-70AF-CD45EFCD7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806" y="590145"/>
            <a:ext cx="10515600" cy="887942"/>
          </a:xfrm>
        </p:spPr>
        <p:txBody>
          <a:bodyPr>
            <a:normAutofit/>
          </a:bodyPr>
          <a:lstStyle>
            <a:lvl1pPr>
              <a:defRPr sz="4000" b="1" i="0" spc="-70" baseline="0">
                <a:ln w="9525">
                  <a:noFill/>
                </a:ln>
                <a:solidFill>
                  <a:srgbClr val="49251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040466E-56E0-DF10-C52A-5CABA34E9C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0806" y="1707888"/>
            <a:ext cx="10870388" cy="5025421"/>
          </a:xfrm>
          <a:ln>
            <a:noFill/>
          </a:ln>
        </p:spPr>
        <p:txBody>
          <a:bodyPr>
            <a:normAutofit/>
          </a:bodyPr>
          <a:lstStyle>
            <a:lvl1pPr marL="0" indent="0" algn="just">
              <a:lnSpc>
                <a:spcPct val="110000"/>
              </a:lnSpc>
              <a:buNone/>
              <a:defRPr sz="5500" b="1" i="0" spc="-70" baseline="0">
                <a:ln w="3175">
                  <a:noFill/>
                </a:ln>
                <a:solidFill>
                  <a:srgbClr val="49251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2277993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1AC0FA8D-B6F6-1837-70AF-CD45EFCD7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806" y="416333"/>
            <a:ext cx="10515600" cy="887942"/>
          </a:xfrm>
        </p:spPr>
        <p:txBody>
          <a:bodyPr>
            <a:normAutofit/>
          </a:bodyPr>
          <a:lstStyle>
            <a:lvl1pPr>
              <a:defRPr sz="4330" b="1" i="0">
                <a:ln w="9525">
                  <a:noFill/>
                </a:ln>
                <a:solidFill>
                  <a:srgbClr val="492511"/>
                </a:solidFill>
                <a:effectLst/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040466E-56E0-DF10-C52A-5CABA34E9C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0806" y="1522135"/>
            <a:ext cx="10870388" cy="5141912"/>
          </a:xfrm>
          <a:ln>
            <a:noFill/>
          </a:ln>
        </p:spPr>
        <p:txBody>
          <a:bodyPr>
            <a:normAutofit/>
          </a:bodyPr>
          <a:lstStyle>
            <a:lvl1pPr marL="0" indent="0" algn="ctr">
              <a:lnSpc>
                <a:spcPct val="120000"/>
              </a:lnSpc>
              <a:buNone/>
              <a:defRPr sz="6130" b="1" i="0" spc="-100" baseline="0">
                <a:ln w="3175">
                  <a:noFill/>
                </a:ln>
                <a:solidFill>
                  <a:srgbClr val="492511"/>
                </a:solidFill>
                <a:effectLst/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553809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bg>
      <p:bgPr>
        <a:blipFill dpi="0" rotWithShape="1">
          <a:blip r:embed="rId2">
            <a:lum/>
          </a:blip>
          <a:srcRect/>
          <a:stretch>
            <a:fillRect t="-10000" b="-1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1AC0FA8D-B6F6-1837-70AF-CD45EFCD7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422" y="430963"/>
            <a:ext cx="10515600" cy="887942"/>
          </a:xfrm>
        </p:spPr>
        <p:txBody>
          <a:bodyPr/>
          <a:lstStyle>
            <a:lvl1pPr>
              <a:defRPr b="1" i="0">
                <a:ln>
                  <a:solidFill>
                    <a:srgbClr val="303030"/>
                  </a:solidFill>
                </a:ln>
                <a:solidFill>
                  <a:srgbClr val="3F3F3F"/>
                </a:solidFill>
                <a:latin typeface="Apple SD Gothic Neo ExtraBold" panose="02000300000000000000" pitchFamily="2" charset="-127"/>
                <a:ea typeface="Apple SD Gothic Neo ExtraBold" panose="02000300000000000000" pitchFamily="2" charset="-127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040466E-56E0-DF10-C52A-5CABA34E9C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6423" y="1514819"/>
            <a:ext cx="10870388" cy="5141912"/>
          </a:xfrm>
        </p:spPr>
        <p:txBody>
          <a:bodyPr/>
          <a:lstStyle>
            <a:lvl1pPr marL="0" indent="0">
              <a:buNone/>
              <a:defRPr b="1" i="0">
                <a:ln>
                  <a:solidFill>
                    <a:srgbClr val="0D0A30"/>
                  </a:solidFill>
                </a:ln>
                <a:solidFill>
                  <a:srgbClr val="282806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pple SD Gothic Neo ExtraBold" panose="02000300000000000000" pitchFamily="2" charset="-127"/>
                <a:ea typeface="Apple SD Gothic Neo ExtraBold" panose="02000300000000000000" pitchFamily="2" charset="-127"/>
              </a:defRPr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8079089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0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FB0345B-DA07-6335-8270-79005D786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879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ko-KR" dirty="0"/>
              <a:t>Title</a:t>
            </a:r>
            <a:endParaRPr kumimoji="1"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2B3423C-5497-F5A1-5E67-9F5E785835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571624"/>
            <a:ext cx="10515600" cy="4921249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ko-KR" dirty="0"/>
              <a:t>Verse</a:t>
            </a:r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689435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1" r:id="rId2"/>
    <p:sldLayoutId id="2147483660" r:id="rId3"/>
    <p:sldLayoutId id="2147483659" r:id="rId4"/>
    <p:sldLayoutId id="2147483657" r:id="rId5"/>
    <p:sldLayoutId id="2147483656" r:id="rId6"/>
    <p:sldLayoutId id="2147483649" r:id="rId7"/>
    <p:sldLayoutId id="2147483650" r:id="rId8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000" b="1" i="0" kern="1200"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latin typeface="BareunDotumOTF 3" panose="02110600000000000000" pitchFamily="2" charset="-127"/>
          <a:ea typeface="BareunDotumOTF 3" panose="02110600000000000000" pitchFamily="2" charset="-127"/>
          <a:cs typeface="+mj-cs"/>
        </a:defRPr>
      </a:lvl1pPr>
    </p:titleStyle>
    <p:bodyStyle>
      <a:lvl1pPr marL="228600" indent="-228600" algn="just" defTabSz="914400" rtl="0" eaLnBrk="1" latinLnBrk="1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5500" b="1" i="0" kern="1200"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latin typeface="BareunDotumOTF 3" panose="02110600000000000000" pitchFamily="2" charset="-127"/>
          <a:ea typeface="BareunDotumOTF 3" panose="0211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457616-5094-872B-CCA0-16E813C605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6422" y="602984"/>
            <a:ext cx="9144000" cy="721067"/>
          </a:xfrm>
        </p:spPr>
        <p:txBody>
          <a:bodyPr/>
          <a:lstStyle/>
          <a:p>
            <a:endParaRPr kumimoji="1"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F25D878-FC95-B7D5-FDEE-456987010A63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636422" y="1626932"/>
            <a:ext cx="10958170" cy="4986009"/>
          </a:xfrm>
        </p:spPr>
        <p:txBody>
          <a:bodyPr/>
          <a:lstStyle/>
          <a:p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88236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bible_verse_template" id="{52DE70BD-C2F9-0941-AB1F-DDD999F9B8C8}" vid="{6FA4C10A-ECBB-4E41-814D-064E94588A2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</TotalTime>
  <Words>0</Words>
  <Application>Microsoft Macintosh PowerPoint</Application>
  <PresentationFormat>와이드스크린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Apple SD Gothic Neo ExtraBold</vt:lpstr>
      <vt:lpstr>BareunDotumOTF 3</vt:lpstr>
      <vt:lpstr>Gmarket Sans TTF Bold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jungbu mc</dc:creator>
  <cp:lastModifiedBy>jungbu mc</cp:lastModifiedBy>
  <cp:revision>2</cp:revision>
  <dcterms:created xsi:type="dcterms:W3CDTF">2026-02-14T00:05:40Z</dcterms:created>
  <dcterms:modified xsi:type="dcterms:W3CDTF">2026-02-14T00:09:59Z</dcterms:modified>
</cp:coreProperties>
</file>