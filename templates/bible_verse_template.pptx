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1D0"/>
    <a:srgbClr val="492511"/>
    <a:srgbClr val="411B10"/>
    <a:srgbClr val="4A362B"/>
    <a:srgbClr val="3F3F3F"/>
    <a:srgbClr val="745443"/>
    <a:srgbClr val="303030"/>
    <a:srgbClr val="343434"/>
    <a:srgbClr val="1E2E0C"/>
    <a:srgbClr val="2639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45"/>
    <p:restoredTop sz="94658"/>
  </p:normalViewPr>
  <p:slideViewPr>
    <p:cSldViewPr snapToGrid="0" showGuides="1">
      <p:cViewPr varScale="1">
        <p:scale>
          <a:sx n="106" d="100"/>
          <a:sy n="106" d="100"/>
        </p:scale>
        <p:origin x="1800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밀랍, 빛, 양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789328-C394-C1E5-0607-C8B3A9FC2B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5" y="25221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F3F1D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392372"/>
            <a:ext cx="11057430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811663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밀랍, 빛, 양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D04E20-C4F3-DE9D-55A7-61FF87DD8A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5" y="25221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F3F1D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392372"/>
            <a:ext cx="11057430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123096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blipFill dpi="0" rotWithShape="1">
          <a:blip r:embed="rId2">
            <a:alphaModFix amt="80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59014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707888"/>
            <a:ext cx="10870388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500" b="1" i="0" spc="-70" baseline="0">
                <a:ln w="317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2277993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6" r:id="rId3"/>
    <p:sldLayoutId id="2147483649" r:id="rId4"/>
    <p:sldLayoutId id="214748365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9" id="{66E06AF1-7ABF-0149-AD8E-7557F5583B88}" vid="{832C5017-8903-C442-BFD3-5F0F8529F6F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Apple SD Gothic Neo ExtraBold</vt:lpstr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2025-11-28T13:23:30Z</dcterms:created>
  <dcterms:modified xsi:type="dcterms:W3CDTF">2025-11-28T13:28:28Z</dcterms:modified>
</cp:coreProperties>
</file>